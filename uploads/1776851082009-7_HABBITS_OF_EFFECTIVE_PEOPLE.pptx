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AE7"/>
    <a:srgbClr val="D4D2CD"/>
    <a:srgbClr val="D7D3CF"/>
    <a:srgbClr val="D4D0CC"/>
    <a:srgbClr val="B7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5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5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5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8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6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0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89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6432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42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4749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64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67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70B03-CDF2-4A74-A547-B17D944DEC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BEAAE6-CE8E-4419-8CEA-556C42E4E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9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8A6E5-9752-9310-E455-0EB0DB020D46}"/>
              </a:ext>
            </a:extLst>
          </p:cNvPr>
          <p:cNvSpPr txBox="1"/>
          <p:nvPr/>
        </p:nvSpPr>
        <p:spPr>
          <a:xfrm>
            <a:off x="2419109" y="3669175"/>
            <a:ext cx="7581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FAHAD RAMZAN 	: BUS-23S-080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SHAHROZ AHMED 	: BUS-21S-097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 ALI RAZA		: BUS-21F-012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A403F8-CE09-0F89-04BB-EA139D20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208" y="104172"/>
            <a:ext cx="2989584" cy="23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6388D-074D-5B30-755B-DC0EBFEC1E2E}"/>
              </a:ext>
            </a:extLst>
          </p:cNvPr>
          <p:cNvSpPr txBox="1"/>
          <p:nvPr/>
        </p:nvSpPr>
        <p:spPr>
          <a:xfrm>
            <a:off x="2419109" y="2536032"/>
            <a:ext cx="6805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&amp; CORPORATE SKILLS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C3F3F-A84D-4996-C4C0-25EDD4C0C020}"/>
              </a:ext>
            </a:extLst>
          </p:cNvPr>
          <p:cNvSpPr txBox="1"/>
          <p:nvPr/>
        </p:nvSpPr>
        <p:spPr>
          <a:xfrm>
            <a:off x="2419109" y="2988770"/>
            <a:ext cx="6805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: 7 HABBITS OF EFFECTIVE PEOPLE</a:t>
            </a:r>
          </a:p>
        </p:txBody>
      </p:sp>
    </p:spTree>
    <p:extLst>
      <p:ext uri="{BB962C8B-B14F-4D97-AF65-F5344CB8AC3E}">
        <p14:creationId xmlns:p14="http://schemas.microsoft.com/office/powerpoint/2010/main" val="2527812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E0FD70-E642-C472-5AC0-CD6A29047F6E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F68FC-F47B-CB42-9972-450B3C83AE2B}"/>
              </a:ext>
            </a:extLst>
          </p:cNvPr>
          <p:cNvSpPr txBox="1"/>
          <p:nvPr/>
        </p:nvSpPr>
        <p:spPr>
          <a:xfrm>
            <a:off x="1305046" y="2205522"/>
            <a:ext cx="7503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7 Habits are principles for personal and professional success.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long-term effectiveness.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worldwide in leadership and self-development.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091939-A8BB-1FF1-E708-98D14B214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r="12753"/>
          <a:stretch>
            <a:fillRect/>
          </a:stretch>
        </p:blipFill>
        <p:spPr>
          <a:xfrm rot="20447936">
            <a:off x="5548568" y="3428399"/>
            <a:ext cx="3434960" cy="289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7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4DD8-94F9-EAAD-1A95-0EC03360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77E04-9F2A-7E90-61FD-689B0D975967}"/>
              </a:ext>
            </a:extLst>
          </p:cNvPr>
          <p:cNvSpPr txBox="1"/>
          <p:nvPr/>
        </p:nvSpPr>
        <p:spPr>
          <a:xfrm>
            <a:off x="1305046" y="1013313"/>
            <a:ext cx="6105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OVERVIEW OF THE 7 HABITS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648F0-F4BA-6AEA-C39D-CFAE7D9EF896}"/>
              </a:ext>
            </a:extLst>
          </p:cNvPr>
          <p:cNvSpPr txBox="1"/>
          <p:nvPr/>
        </p:nvSpPr>
        <p:spPr>
          <a:xfrm>
            <a:off x="1305046" y="2011513"/>
            <a:ext cx="61056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Proactive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the End in Mind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First Things First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Win-Win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First to Understand, Then to Be Understood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Synergize 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 the Saw</a:t>
            </a:r>
          </a:p>
        </p:txBody>
      </p:sp>
    </p:spTree>
    <p:extLst>
      <p:ext uri="{BB962C8B-B14F-4D97-AF65-F5344CB8AC3E}">
        <p14:creationId xmlns:p14="http://schemas.microsoft.com/office/powerpoint/2010/main" val="262892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4DD4-4E5F-90A8-5FA1-65F3F1F5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65C010-71DE-D5B2-61E9-0050C35B682B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1 – BE PROACTIVE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F1CB4-A25F-880F-334F-6411EFA4C694}"/>
              </a:ext>
            </a:extLst>
          </p:cNvPr>
          <p:cNvSpPr txBox="1"/>
          <p:nvPr/>
        </p:nvSpPr>
        <p:spPr>
          <a:xfrm>
            <a:off x="1305045" y="2010719"/>
            <a:ext cx="61056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responsibility for your actions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what you can control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fails a test but instead of blaming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teacher, they review their mistakes and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harder for the next exam.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8F51D-E4AF-8979-98E8-34F106B7C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266" y="1732847"/>
            <a:ext cx="4032872" cy="275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2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1F732-F947-6B48-84D2-D62A2B90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F9898B-1E57-5B00-887D-F103DBD719F2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2 – BEGIN WITH THE END IN MIND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CA720-6CF1-CD7F-8E54-E15D783CEF8E}"/>
              </a:ext>
            </a:extLst>
          </p:cNvPr>
          <p:cNvSpPr txBox="1"/>
          <p:nvPr/>
        </p:nvSpPr>
        <p:spPr>
          <a:xfrm>
            <a:off x="1305046" y="1997839"/>
            <a:ext cx="61056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Set clear goals </a:t>
            </a:r>
          </a:p>
          <a:p>
            <a:endParaRPr lang="en-US" dirty="0"/>
          </a:p>
          <a:p>
            <a:r>
              <a:rPr lang="en-US" dirty="0"/>
              <a:t>Plan your future 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A student who wants to become a doctor plans early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by choosing science subjects and preparing for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medical entrance exams.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51FB1F-F0D2-F4B5-1BF0-8F5106412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1996"/>
          <a:stretch>
            <a:fillRect/>
          </a:stretch>
        </p:blipFill>
        <p:spPr>
          <a:xfrm>
            <a:off x="6203066" y="1859709"/>
            <a:ext cx="3412452" cy="28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0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9947-A357-2B48-21A3-D8A9326B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CBF8B0-A041-A05A-5ABA-5F129901832F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3 –PUT FIRST THING FIRST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2E2C4-61D3-9CDC-0D79-1E356904A0AB}"/>
              </a:ext>
            </a:extLst>
          </p:cNvPr>
          <p:cNvSpPr txBox="1"/>
          <p:nvPr/>
        </p:nvSpPr>
        <p:spPr>
          <a:xfrm>
            <a:off x="1305046" y="1997839"/>
            <a:ext cx="61056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Prioritize important tasks </a:t>
            </a:r>
          </a:p>
          <a:p>
            <a:endParaRPr lang="en-US" dirty="0"/>
          </a:p>
          <a:p>
            <a:r>
              <a:rPr lang="en-US" dirty="0"/>
              <a:t>Manage time effectively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Finishing homework before playing games or using social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media.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73D52-F8DD-C699-2732-6713193C3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39" b="99598" l="17313" r="90698">
                        <a14:foregroundMark x1="25065" y1="89558" x2="56589" y2="99197"/>
                        <a14:foregroundMark x1="79328" y1="18072" x2="80879" y2="995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43"/>
          <a:stretch>
            <a:fillRect/>
          </a:stretch>
        </p:blipFill>
        <p:spPr>
          <a:xfrm>
            <a:off x="5359078" y="630589"/>
            <a:ext cx="4837073" cy="339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3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8519-7A18-8277-8FCD-A71A628C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B76F87-03C5-8833-4B16-3FBFAD9FB91F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4 –THINK WIN-WIN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4B5EF-26E2-ECD8-98F8-97EB72FBD396}"/>
              </a:ext>
            </a:extLst>
          </p:cNvPr>
          <p:cNvSpPr txBox="1"/>
          <p:nvPr/>
        </p:nvSpPr>
        <p:spPr>
          <a:xfrm>
            <a:off x="1305046" y="1997839"/>
            <a:ext cx="61056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Seek mutual benefit </a:t>
            </a:r>
          </a:p>
          <a:p>
            <a:endParaRPr lang="en-US" dirty="0"/>
          </a:p>
          <a:p>
            <a:r>
              <a:rPr lang="en-US" dirty="0"/>
              <a:t>Build trust in relationships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Two classmates working on a project divide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tasks fairly so both get good grades.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40FA5-B775-3F80-D321-0DB4127E5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r="4521"/>
          <a:stretch>
            <a:fillRect/>
          </a:stretch>
        </p:blipFill>
        <p:spPr>
          <a:xfrm>
            <a:off x="5683169" y="1869636"/>
            <a:ext cx="3935393" cy="287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5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BC47-1A07-0841-B9A5-DFCAE999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BE9366-E4ED-9488-EA3F-4EB75A24B454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5 – SEEK FIRST TO UNDERSTAND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01754-BC31-98FC-CE2F-A167A0C50A02}"/>
              </a:ext>
            </a:extLst>
          </p:cNvPr>
          <p:cNvSpPr txBox="1"/>
          <p:nvPr/>
        </p:nvSpPr>
        <p:spPr>
          <a:xfrm>
            <a:off x="1305046" y="1997839"/>
            <a:ext cx="61056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Listen before speaking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Practice empathy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Listening carefully to a friend’s problem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before giving advice.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E07F4-30D1-70F0-9527-2A5D4D572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57" y="2136338"/>
            <a:ext cx="4156803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7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E3B0-A2FA-B433-17DD-03ABC1FA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34FEB4-B4B4-B188-EFC8-0F75AACC7514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6 – SYNERGIZE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BA49A-2EE1-136B-84ED-B932FB138D59}"/>
              </a:ext>
            </a:extLst>
          </p:cNvPr>
          <p:cNvSpPr txBox="1"/>
          <p:nvPr/>
        </p:nvSpPr>
        <p:spPr>
          <a:xfrm>
            <a:off x="1305046" y="1997839"/>
            <a:ext cx="61056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Teamwork produces better results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Respect different ideas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In a group assignment, each member contributes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different skills (research, design, presentation) to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create a better project.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43F09-1AD7-0907-B7B7-CAD58EF9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111" y="2191272"/>
            <a:ext cx="3738016" cy="249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3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AEFA-6B51-60C1-A738-9DA58686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FFBFAC-4973-F1E3-6EE7-9A32040FDDB8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HABIT 7 – SHARPEN THE SAW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F8D3E-7429-89A7-7054-4C7FAC9C97D9}"/>
              </a:ext>
            </a:extLst>
          </p:cNvPr>
          <p:cNvSpPr txBox="1"/>
          <p:nvPr/>
        </p:nvSpPr>
        <p:spPr>
          <a:xfrm>
            <a:off x="1305046" y="1997839"/>
            <a:ext cx="61056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Take care of yourself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Continuous self-improvement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Exercising regularly, reading books, and taking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breaks to stay fresh and productive.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97878-0D87-9B08-A495-87A0BAB76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594" y="1751472"/>
            <a:ext cx="3540588" cy="33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26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45E5-A163-866C-968B-961E8B53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6FF48F-5B50-1ED8-1828-897EDBA60A5D}"/>
              </a:ext>
            </a:extLst>
          </p:cNvPr>
          <p:cNvSpPr txBox="1"/>
          <p:nvPr/>
        </p:nvSpPr>
        <p:spPr>
          <a:xfrm>
            <a:off x="1305046" y="1013313"/>
            <a:ext cx="6105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FAA09-F2E6-5EF4-6A9E-3A1B73B0E9F7}"/>
              </a:ext>
            </a:extLst>
          </p:cNvPr>
          <p:cNvSpPr txBox="1"/>
          <p:nvPr/>
        </p:nvSpPr>
        <p:spPr>
          <a:xfrm>
            <a:off x="1305046" y="1795796"/>
            <a:ext cx="61750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habits lead to big success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 daily for 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school, career, and life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687E50-1804-6C58-F4E4-900088641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280" y="3550122"/>
            <a:ext cx="4794111" cy="324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769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335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Fahad Ramzan</dc:creator>
  <cp:lastModifiedBy>Fahad Ramzan</cp:lastModifiedBy>
  <cp:revision>2</cp:revision>
  <dcterms:created xsi:type="dcterms:W3CDTF">2026-04-22T06:42:19Z</dcterms:created>
  <dcterms:modified xsi:type="dcterms:W3CDTF">2026-04-22T07:45:32Z</dcterms:modified>
</cp:coreProperties>
</file>