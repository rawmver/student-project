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507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81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9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48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49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78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4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87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12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43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7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75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2DD62-7368-4E40-859E-98AF985C24B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D0B786E-FD5A-48FF-AC4D-FC007C5AC23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00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2276667" y="0"/>
            <a:ext cx="6011333" cy="6129867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-20055"/>
            <a:ext cx="12192000" cy="614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4433" y="530315"/>
            <a:ext cx="6671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“The 7 Habit of Highly Effective People”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70956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-20055"/>
            <a:ext cx="12192000" cy="614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4433" y="463489"/>
            <a:ext cx="6671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“The 7 Habit of Highly Effective People”</a:t>
            </a:r>
            <a:endParaRPr lang="en-US" sz="4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202557" y="-265588"/>
            <a:ext cx="6558016" cy="6640988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14433" y="2624667"/>
            <a:ext cx="4460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Presented By: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Raheel</a:t>
            </a:r>
            <a:r>
              <a:rPr lang="en-US" dirty="0" smtClean="0"/>
              <a:t> Khan</a:t>
            </a:r>
            <a:endParaRPr lang="en-US" dirty="0"/>
          </a:p>
          <a:p>
            <a:r>
              <a:rPr lang="en-US" dirty="0" smtClean="0"/>
              <a:t>		Muhammad Saqlain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Qazi</a:t>
            </a:r>
            <a:r>
              <a:rPr lang="en-US" dirty="0" smtClean="0"/>
              <a:t> </a:t>
            </a:r>
            <a:r>
              <a:rPr lang="en-US" dirty="0" err="1" smtClean="0"/>
              <a:t>Farzan</a:t>
            </a:r>
            <a:r>
              <a:rPr lang="en-US" dirty="0" smtClean="0"/>
              <a:t> </a:t>
            </a:r>
            <a:r>
              <a:rPr lang="en-US" dirty="0" err="1" smtClean="0"/>
              <a:t>Waseem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Mubeen</a:t>
            </a:r>
            <a:r>
              <a:rPr lang="en-US" dirty="0" smtClean="0"/>
              <a:t> Bhatti</a:t>
            </a:r>
          </a:p>
          <a:p>
            <a:r>
              <a:rPr lang="en-US" dirty="0"/>
              <a:t>	</a:t>
            </a:r>
            <a:r>
              <a:rPr lang="en-US" dirty="0" smtClean="0"/>
              <a:t>	Muhammad Hassan Raza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Hammad</a:t>
            </a:r>
            <a:r>
              <a:rPr lang="en-US" dirty="0" smtClean="0"/>
              <a:t> </a:t>
            </a:r>
            <a:r>
              <a:rPr lang="en-US" dirty="0" err="1" smtClean="0"/>
              <a:t>Shakeel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Liaquat</a:t>
            </a:r>
            <a:r>
              <a:rPr lang="en-US" dirty="0" smtClean="0"/>
              <a:t> Hayat </a:t>
            </a:r>
            <a:r>
              <a:rPr lang="en-US" dirty="0" err="1" smtClean="0"/>
              <a:t>Shiekh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1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3BEF76-8917-4890-B488-E886F074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1 – Be Proactive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76F809-B616-41AE-937F-DD9C48B08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full responsibility for your actions and outcomes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your Circle of Influence rather than concerns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is driven by choice, not circumstances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based on values, not emotions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individuals create change instead of reacting to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4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C3D3CD-87B1-0D87-18A6-AA0204FB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8C83A3-C9B9-6D5B-7C57-8AB44E77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1 – Be Proactive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460380-B857-202F-21FA-C1A0F9F26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proactive language (“I choose”, “I will”)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self-awareness to control responses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initiative in tasks and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blaming others or situations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personal leadership through consistent 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1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7E6DF6-83C3-BD94-28B9-D4AFB71B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186CB5-4C05-0328-76DE-42C5BFE7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2 – Begin with the End in Mind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B2E153-AA4C-209E-C94B-1B008814C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clear vision for your life and goals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created twice (mental then physical)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personal mission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daily actions with long-term purpose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 of direction prevents wasted effort.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1784AE-0258-D55B-574C-6E227166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CEBBF6-BBC3-7A50-ADCE-AF49FEFD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2 – Begin with the End in Mind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AF8B0A-3A5D-4E63-2242-716439070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desired outcomes before acting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goals based on personal roles (student, leader, etc.)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decisions aligned with core values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directionless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every effort contributes to long-term success.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15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2B40C1-C483-9C70-99A9-42C259F1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99D2CD-B8D4-1626-35D3-BB269D2A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3 – Put First Things First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183E6E-64D3-46D6-4854-9258ECBC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priority management, not just time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important over urgent 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 Quadrant II (important, not urgent)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 is key to execution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balance across work and personal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8F5132-4751-12B6-2FB2-72ADAB29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697430-F286-8C65-32B1-4D2C13605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3 – Put First Things First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3034CB-F6F3-9561-4560-2A2B6FDC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weekly with clear priorities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low-value and distracting activities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say NO to unnecessary 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high-impact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productivity while maintaining life balance.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4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AC9D16-CD7B-807C-F62F-6370FFA7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644095-46C0-091E-F9E5-DE4F4524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4 – Think Win-Win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8FF595-4750-4174-DB51-B9758A1FB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mutual benefit in all interactions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an abundance mindset (success for all)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trust-based relationships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is collaboration, not competition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and respect are essential.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28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7D6ACF-4FD4-1FAB-16E0-EC9A7CFD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2EE6AE-30F8-A6FD-579F-C9EB0C57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 4 – Think Win-Win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252DA0-1316-1074-AF0F-F4AD2146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“Win-Win or No Deal” approach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courage (your needs) with consideration (others’ needs)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Win-Lose and Lose-Win thinking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teamwork and cooperation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long-term relationships.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90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67AA72-B9A9-322C-6116-96EA9233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8B3805-FE63-9C19-D9FF-2E6AF9F2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Habit 5 – Seek First to Understand, Then to Be Understood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D95A97-EE15-5E3E-66D5-F36FB9E2A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empathic listening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others before expressing your viewpoint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listen to reply, not to understand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builds trust and influence.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3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8C7974-B724-9DBA-5BFD-EFD81965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3C23D8-A6B2-C8CD-8B69-9F7CFB10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Habit 5 – Seek First to Understand, Then to Be Understood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B1F8D0-A4DE-A089-FAFE-2CCACA0C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 deeply without interrupting;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 problems before giving advice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to clarify understanding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conflicts effectively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relationships through respect.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4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0207A9-F0C6-CE2A-0700-E6BE3E9F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02562F-91FB-0B42-D31C-DB105A5C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Habit 6 – Synergize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D424D7-9EDF-B695-510F-F54E1B478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differences and diverse perspectives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 creates better outcomes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Synergy means 1 + 1 &gt;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comes from collaboration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limiting thinking.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6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690386-F447-AB40-4DC8-80EDF779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8BE4E4-A442-F790-3D87-97A9B156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Habit 6 – Synergize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560475-86FC-CE80-37F6-B3209FF3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strengths of individuals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and leverage differences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and better solutions (not compromise)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open discussion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creativity and team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4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8141F3-6CB0-166A-19F2-CDDCC534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CF0DD6-1C01-7F30-A899-42997C59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Habit 7 – Sharpen the Saw</a:t>
            </a:r>
            <a:br>
              <a:rPr lang="en-US" dirty="0"/>
            </a:br>
            <a:r>
              <a:rPr lang="en-US" dirty="0"/>
              <a:t>CONCEPT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7CFBD1-367E-8C4A-FABB-A42DC4303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continuous self-renewal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personal growth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balance to avoid burnout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is ongoing, not one-time.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29C8E4-6F4A-B1F0-B6A4-7A7507BD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76A2D-2770-4534-AE98-ED09C27D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17907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Habit 7 – Sharpen the Saw</a:t>
            </a:r>
            <a:br>
              <a:rPr lang="en-US" dirty="0"/>
            </a:br>
            <a:r>
              <a:rPr lang="en-US" dirty="0"/>
              <a:t>APPLICATION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AAF9E3-BC81-F938-ECD5-DF6B7AE3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 4 areas: Physical (health), Mental (learning), Social/Emotional (relationships), Spiritual (values &amp; purpose);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time for self-improvement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long-term effectiveness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all other habits.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61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380</TotalTime>
  <Words>545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 Antiqua</vt:lpstr>
      <vt:lpstr>Gill Sans MT</vt:lpstr>
      <vt:lpstr>Times New Roman</vt:lpstr>
      <vt:lpstr>Gallery</vt:lpstr>
      <vt:lpstr>PowerPoint Presentation</vt:lpstr>
      <vt:lpstr>PowerPoint Presentation</vt:lpstr>
      <vt:lpstr>Habit 1 – Be Proactive CONCEPT</vt:lpstr>
      <vt:lpstr>Habit 1 – Be Proactive APPLICATION</vt:lpstr>
      <vt:lpstr>Habit 2 – Begin with the End in Mind CONCEPT</vt:lpstr>
      <vt:lpstr>Habit 2 – Begin with the End in Mind APPLICATION</vt:lpstr>
      <vt:lpstr>Habit 3 – Put First Things First CONCEPT</vt:lpstr>
      <vt:lpstr>Habit 3 – Put First Things First Application</vt:lpstr>
      <vt:lpstr>Habit 4 – Think Win-Win CONCEPT</vt:lpstr>
      <vt:lpstr>Habit 4 – Think Win-Win Application</vt:lpstr>
      <vt:lpstr>Habit 5 – Seek First to Understand, Then to Be Understood CONCEPT</vt:lpstr>
      <vt:lpstr>Habit 5 – Seek First to Understand, Then to Be Understood APPLICATION</vt:lpstr>
      <vt:lpstr>Habit 6 – Synergize CONCEPT</vt:lpstr>
      <vt:lpstr>Habit 6 – Synergize APPLICATION</vt:lpstr>
      <vt:lpstr>Habit 7 – Sharpen the Saw CONCEPT</vt:lpstr>
      <vt:lpstr>Habit 7 – Sharpen the Saw APPLICATION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35</cp:revision>
  <dcterms:created xsi:type="dcterms:W3CDTF">2025-12-11T11:29:54Z</dcterms:created>
  <dcterms:modified xsi:type="dcterms:W3CDTF">2026-04-22T08:50:18Z</dcterms:modified>
</cp:coreProperties>
</file>